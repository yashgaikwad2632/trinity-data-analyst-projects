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2" r:id="rId7"/>
    <p:sldId id="259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75" r:id="rId16"/>
    <p:sldId id="273" r:id="rId17"/>
    <p:sldId id="269" r:id="rId18"/>
    <p:sldId id="274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1676400"/>
          </a:xfrm>
        </p:spPr>
        <p:txBody>
          <a:bodyPr>
            <a:noAutofit/>
          </a:bodyPr>
          <a:lstStyle/>
          <a:p>
            <a:pPr algn="ctr"/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Name:- </a:t>
            </a:r>
            <a:r>
              <a:rPr lang="en-US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</a:t>
            </a:r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Rajendra</a:t>
            </a:r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Gaikwad</a:t>
            </a:r>
            <a:b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Trainee</a:t>
            </a:r>
            <a:b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2:- </a:t>
            </a:r>
            <a:r>
              <a:rPr lang="en-US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Analytics</a:t>
            </a:r>
            <a:b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Used:- My SQL Workbench 8.0 CE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2209800"/>
            <a:ext cx="6553200" cy="4114800"/>
          </a:xfrm>
        </p:spPr>
        <p:txBody>
          <a:bodyPr>
            <a:normAutofit/>
          </a:bodyPr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Marketing Analysis:-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1)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 User Reward.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2) Inactive User Engagement.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3) Contest Winner Declaration.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4) </a:t>
            </a:r>
            <a:r>
              <a:rPr lang="en-US" sz="18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Hashtag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Research.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5) Ad Campaign Launch.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Investor Metrics:-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1) User Engagement.</a:t>
            </a:r>
            <a:endParaRPr lang="en-US" sz="18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2) Bots And Fake Accounts. </a:t>
            </a:r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3340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Marketing Analysis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514600"/>
            <a:ext cx="7467600" cy="3303905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we Import the Database in to the MySQL.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 data from the users table by selecting the username and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created_at columns.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order by function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get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desired output by sorting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created_at column in ascending order.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 we use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limit function,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we will get only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oldest Instagram users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output.</a:t>
            </a: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24000"/>
            <a:ext cx="7467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Loyal User Reward:-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five oldest users 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provided database.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.1"/>
          <p:cNvPicPr>
            <a:picLocks noChangeAspect="1"/>
          </p:cNvPicPr>
          <p:nvPr/>
        </p:nvPicPr>
        <p:blipFill>
          <a:blip r:embed="rId1"/>
          <a:srcRect l="33648" t="29588" r="17460"/>
          <a:stretch>
            <a:fillRect/>
          </a:stretch>
        </p:blipFill>
        <p:spPr>
          <a:xfrm>
            <a:off x="2038350" y="762000"/>
            <a:ext cx="4192905" cy="226441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97840" y="219710"/>
            <a:ext cx="232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39420" y="3429000"/>
            <a:ext cx="7212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Result:- 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Finaly, we get the Top 5 Most Loyal Instagram users.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 descr="1.2"/>
          <p:cNvPicPr>
            <a:picLocks noChangeAspect="1"/>
          </p:cNvPicPr>
          <p:nvPr>
            <p:ph sz="quarter" idx="1"/>
          </p:nvPr>
        </p:nvPicPr>
        <p:blipFill>
          <a:blip r:embed="rId2"/>
          <a:srcRect l="16783" t="20718" r="19441"/>
          <a:stretch>
            <a:fillRect/>
          </a:stretch>
        </p:blipFill>
        <p:spPr>
          <a:xfrm>
            <a:off x="2438400" y="4114800"/>
            <a:ext cx="3393440" cy="2480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133600"/>
            <a:ext cx="7467600" cy="3332480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will first select username, users.id and user_id column from the users table.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left join photos table on the users table, on users.id = photos.user_id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it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because, both the users.id and photos.user_id have common contents in them.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find rows from the users table where the photos.id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null.</a:t>
            </a: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 we use order by usier.id function and we will gwt the users who have never posted a single photo on Instagram.</a:t>
            </a: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7467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Inactive Users Engagement:-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users who have never posted a single photo on Instagram.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2.1"/>
          <p:cNvPicPr>
            <a:picLocks noChangeAspect="1"/>
          </p:cNvPicPr>
          <p:nvPr>
            <p:ph sz="quarter" idx="1"/>
          </p:nvPr>
        </p:nvPicPr>
        <p:blipFill>
          <a:blip r:embed="rId1"/>
          <a:srcRect l="5728" t="15094"/>
          <a:stretch>
            <a:fillRect/>
          </a:stretch>
        </p:blipFill>
        <p:spPr>
          <a:xfrm>
            <a:off x="1580515" y="609600"/>
            <a:ext cx="5911215" cy="19177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8340" y="365760"/>
            <a:ext cx="251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olidFill>
                  <a:schemeClr val="tx1"/>
                </a:solidFill>
              </a:rPr>
              <a:t>Query:-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61365" y="2579370"/>
            <a:ext cx="7327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are total 26 Instagram users who have never posted a single photo on Instagram. 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2.2"/>
          <p:cNvPicPr>
            <a:picLocks noChangeAspect="1"/>
          </p:cNvPicPr>
          <p:nvPr>
            <p:ph sz="quarter" idx="2"/>
          </p:nvPr>
        </p:nvPicPr>
        <p:blipFill>
          <a:blip r:embed="rId2"/>
          <a:srcRect l="20000"/>
          <a:stretch>
            <a:fillRect/>
          </a:stretch>
        </p:blipFill>
        <p:spPr>
          <a:xfrm>
            <a:off x="1828800" y="3276600"/>
            <a:ext cx="2133600" cy="3429000"/>
          </a:xfrm>
          <a:prstGeom prst="rect">
            <a:avLst/>
          </a:prstGeom>
        </p:spPr>
      </p:pic>
      <p:pic>
        <p:nvPicPr>
          <p:cNvPr id="11" name="Picture 10" descr="2.3"/>
          <p:cNvPicPr>
            <a:picLocks noChangeAspect="1"/>
          </p:cNvPicPr>
          <p:nvPr/>
        </p:nvPicPr>
        <p:blipFill>
          <a:blip r:embed="rId3"/>
          <a:srcRect l="6897" t="69274"/>
          <a:stretch>
            <a:fillRect/>
          </a:stretch>
        </p:blipFill>
        <p:spPr>
          <a:xfrm>
            <a:off x="4876800" y="4114800"/>
            <a:ext cx="2057400" cy="1047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2057400"/>
            <a:ext cx="7467600" cy="3328035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7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we will select the users.id as user_id, users.username, photos.id as photo_id, photos.image_url and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total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photo.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Then, we will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inner join the three tables wiz : photos, likes and users, on likes.photo_id = photos.id and photos.user_id = users.id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Then, 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the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 function 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will get the output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basis of photos.id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we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by function 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will get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on the basis of the total in descending order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Finaly,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using limit function to view only the top liked photo’s information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66800"/>
            <a:ext cx="74676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 Contest Winner Declaration:-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Determine the winner of the contest and provide their details to the team.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70865" y="336550"/>
            <a:ext cx="7491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Query And Result:-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Analysis, we find that Zack_Kemmer93 is winner of Contest.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3.2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990600" y="1204595"/>
            <a:ext cx="6345555" cy="445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7467600" cy="487375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 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the top 5 most commonly used hashtags on Instagram first 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need to select the tag_name column from the tag table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count(*) as total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_number_of_times_tag_used_individually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as to count the number of tags used individually.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we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tags table and photo_tags table, on tags.id =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photo_tags.tag_id cause they contain the same content in them i.e. tag_id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we use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function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desired output on the basis of tags.tag_name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using the order by function we need to sort the output on the basis of total(total number of tags per tag_name) in descending order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top 5 most used tag names we will use the limit 5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Hashtag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suggest the top five most commonly used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hashtags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platform.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4.1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374775" y="838835"/>
            <a:ext cx="6392545" cy="2580640"/>
          </a:xfrm>
          <a:prstGeom prst="rect">
            <a:avLst/>
          </a:prstGeom>
        </p:spPr>
      </p:pic>
      <p:pic>
        <p:nvPicPr>
          <p:cNvPr id="7" name="Content Placeholder 6" descr="4.2"/>
          <p:cNvPicPr>
            <a:picLocks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2286000" y="4572000"/>
            <a:ext cx="3657600" cy="148336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61365" y="321945"/>
            <a:ext cx="289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/>
              <a:t>:-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88340" y="3534410"/>
            <a:ext cx="740918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anakysis we find that the Smile is the most used Hashtag followed by beach, party, fun, concert.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981200"/>
            <a:ext cx="7467600" cy="3564255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launch the Ad Campaign we have to find the day of week on which most users register on Instagram.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we need to define the columns of the desired output table using select dayname(created_at) as day_of_week.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we use for the count(*) as total_number_of_users_registered from the users table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use the group by function so we get the output table on the basis of day_of_week.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 we use the order by function we sort the output table on the basis of total_number_of_users_registered in descending order.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5) Ad Campaign Launch:-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day of the week when most users register 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Provide insights on when to schedule an ad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campaing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5.1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600200" y="914400"/>
            <a:ext cx="5709285" cy="2478405"/>
          </a:xfrm>
          <a:prstGeom prst="rect">
            <a:avLst/>
          </a:prstGeom>
        </p:spPr>
      </p:pic>
      <p:pic>
        <p:nvPicPr>
          <p:cNvPr id="7" name="Content Placeholder 6" descr="5.2"/>
          <p:cNvPicPr>
            <a:picLocks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2438400" y="4495800"/>
            <a:ext cx="3657600" cy="17526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35025" y="457200"/>
            <a:ext cx="2289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Query:-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49630" y="3411220"/>
            <a:ext cx="707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Result:- 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analysis we find that most of the users registered on Thursday and Snday. So, it would beneficial to start Ad on Thursday and Saturday,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45720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Investor Metrics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590800"/>
            <a:ext cx="7467600" cy="3785870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 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we need to perform two operations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Case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need to find first the count number of photos(posts) that are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 the photos.id column of the photos table i.e. count(*) from photos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we need to find the number of users that are present in the users.id column of the users table i.e. count(*) from users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divide both the values count(*) from photos/count(*) from users and hence we would get the total number of photos / total number of users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many times the users posts on Instagram we need to find the total occurrences of each user_id in photos table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66800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User Engagement:-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average number of posts per user 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Also, provide the total number of photos 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divided by the total number of users.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6.1"/>
          <p:cNvPicPr>
            <a:picLocks noChangeAspect="1"/>
          </p:cNvPicPr>
          <p:nvPr>
            <p:ph sz="quarter" idx="1"/>
          </p:nvPr>
        </p:nvPicPr>
        <p:blipFill>
          <a:blip r:embed="rId1"/>
          <a:srcRect l="3609" r="23008" b="8571"/>
          <a:stretch>
            <a:fillRect/>
          </a:stretch>
        </p:blipFill>
        <p:spPr>
          <a:xfrm>
            <a:off x="990600" y="1676400"/>
            <a:ext cx="6920865" cy="453834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90575" y="685800"/>
            <a:ext cx="7292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Quary And Result For First Case:- 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analysis we found out that the average user posts around 2.57 times on the Instagram.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685800"/>
            <a:ext cx="7467600" cy="3357880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Case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second case we need to find the total number of photos on Instagram OR the total number of users.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we Select the user_id also we use the count(*) function to find the number of photos on Instagram OR the total number of users and name it as user_post_count from the photos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Then, we use the group by function to get the output table according to the user_id.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Lastly, we use the order by function to sort the output tabe by user_id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6.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635" y="4281170"/>
            <a:ext cx="5509260" cy="21005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48005" y="3657600"/>
            <a:ext cx="3642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Query:-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762000" y="762000"/>
            <a:ext cx="7299960" cy="582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Result:- 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list of Total number of photos on instagram OR the total number of users on Instagram.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6.3"/>
          <p:cNvPicPr>
            <a:picLocks noChangeAspect="1"/>
          </p:cNvPicPr>
          <p:nvPr>
            <p:ph sz="quarter" idx="2"/>
          </p:nvPr>
        </p:nvPicPr>
        <p:blipFill>
          <a:blip r:embed="rId1"/>
          <a:srcRect l="21622" r="9910"/>
          <a:stretch>
            <a:fillRect/>
          </a:stretch>
        </p:blipFill>
        <p:spPr>
          <a:xfrm>
            <a:off x="914400" y="1524000"/>
            <a:ext cx="1447800" cy="3467100"/>
          </a:xfrm>
          <a:prstGeom prst="rect">
            <a:avLst/>
          </a:prstGeom>
        </p:spPr>
      </p:pic>
      <p:pic>
        <p:nvPicPr>
          <p:cNvPr id="10" name="Picture 9" descr="6.4"/>
          <p:cNvPicPr>
            <a:picLocks noChangeAspect="1"/>
          </p:cNvPicPr>
          <p:nvPr/>
        </p:nvPicPr>
        <p:blipFill>
          <a:blip r:embed="rId2"/>
          <a:srcRect l="11905" t="16667" r="8095"/>
          <a:stretch>
            <a:fillRect/>
          </a:stretch>
        </p:blipFill>
        <p:spPr>
          <a:xfrm>
            <a:off x="2514600" y="2085975"/>
            <a:ext cx="1600200" cy="2905125"/>
          </a:xfrm>
          <a:prstGeom prst="rect">
            <a:avLst/>
          </a:prstGeom>
        </p:spPr>
      </p:pic>
      <p:pic>
        <p:nvPicPr>
          <p:cNvPr id="14" name="Picture 13" descr="6.5"/>
          <p:cNvPicPr>
            <a:picLocks noChangeAspect="1"/>
          </p:cNvPicPr>
          <p:nvPr/>
        </p:nvPicPr>
        <p:blipFill>
          <a:blip r:embed="rId3"/>
          <a:srcRect l="12565" r="7853"/>
          <a:stretch>
            <a:fillRect/>
          </a:stretch>
        </p:blipFill>
        <p:spPr>
          <a:xfrm>
            <a:off x="4191000" y="1943100"/>
            <a:ext cx="1447800" cy="3019425"/>
          </a:xfrm>
          <a:prstGeom prst="rect">
            <a:avLst/>
          </a:prstGeom>
        </p:spPr>
      </p:pic>
      <p:pic>
        <p:nvPicPr>
          <p:cNvPr id="15" name="Picture 14" descr="6.6"/>
          <p:cNvPicPr>
            <a:picLocks noChangeAspect="1"/>
          </p:cNvPicPr>
          <p:nvPr/>
        </p:nvPicPr>
        <p:blipFill>
          <a:blip r:embed="rId4"/>
          <a:srcRect l="13408" t="9249"/>
          <a:stretch>
            <a:fillRect/>
          </a:stretch>
        </p:blipFill>
        <p:spPr>
          <a:xfrm>
            <a:off x="6248400" y="1971675"/>
            <a:ext cx="1476375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7467600" cy="3745865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Process:- 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the bots and fake accounts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select the user_id column from the photos table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username column from the users table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we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count(*) function to count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of likes from the likes table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inner join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and likes table on the basis of users.id and likes.user_id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use the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 function 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we get the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table on the basis of likes.user_id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search for the values from the cout(*) from photos having equal values with the total_likes_per_user</a:t>
            </a:r>
            <a:r>
              <a:rPr lang="en-US" alt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Bot And Fake Accounts:-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users (potential bots) who have liked every single photo on the site, as this is not typically possible for a normal user.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7.1"/>
          <p:cNvPicPr>
            <a:picLocks noChangeAspect="1"/>
          </p:cNvPicPr>
          <p:nvPr>
            <p:ph sz="quarter" idx="1"/>
          </p:nvPr>
        </p:nvPicPr>
        <p:blipFill>
          <a:blip r:embed="rId1"/>
          <a:srcRect t="2857"/>
          <a:stretch>
            <a:fillRect/>
          </a:stretch>
        </p:blipFill>
        <p:spPr>
          <a:xfrm>
            <a:off x="2145665" y="609600"/>
            <a:ext cx="5261610" cy="26765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59130" y="146050"/>
            <a:ext cx="2160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Query:-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58495" y="3618865"/>
            <a:ext cx="7391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Result:- 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analysis we find the Bots and Fake acounts.</a:t>
            </a:r>
            <a:endParaRPr lang="en-US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7.2"/>
          <p:cNvPicPr>
            <a:picLocks noChangeAspect="1"/>
          </p:cNvPicPr>
          <p:nvPr>
            <p:ph sz="quarter" idx="2"/>
          </p:nvPr>
        </p:nvPicPr>
        <p:blipFill>
          <a:blip r:embed="rId2"/>
          <a:srcRect l="5575" t="3137"/>
          <a:stretch>
            <a:fillRect/>
          </a:stretch>
        </p:blipFill>
        <p:spPr>
          <a:xfrm>
            <a:off x="2971800" y="4114800"/>
            <a:ext cx="25812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7467600" cy="707390"/>
          </a:xfrm>
        </p:spPr>
        <p:txBody>
          <a:bodyPr>
            <a:noAutofit/>
          </a:bodyPr>
          <a:p>
            <a:pPr algn="ctr"/>
            <a:r>
              <a:rPr 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4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6456</Words>
  <Application>WPS Presentation</Application>
  <PresentationFormat>On-screen Show (4:3)</PresentationFormat>
  <Paragraphs>119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Wingdings</vt:lpstr>
      <vt:lpstr>Wingdings 2</vt:lpstr>
      <vt:lpstr>Times New Roman</vt:lpstr>
      <vt:lpstr>Century Schoolbook</vt:lpstr>
      <vt:lpstr>Microsoft YaHei</vt:lpstr>
      <vt:lpstr>Arial Unicode MS</vt:lpstr>
      <vt:lpstr>Calibri</vt:lpstr>
      <vt:lpstr>Segoe Script</vt:lpstr>
      <vt:lpstr>Wingdings</vt:lpstr>
      <vt:lpstr>Oriel</vt:lpstr>
      <vt:lpstr>Name:- Yash Rajendra Gaikwad Data Analytics Trainee Project 2:- Instagram User Analytics Software Used:- My SQL Workbench 8.0 CE</vt:lpstr>
      <vt:lpstr>A) Marketing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B) Investor Metrics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Yash Rajendra Gaikwad Data Analytics Trainee Project 2: Instagram User Analytics Software Used: My SQL Workbench 8.0 CE</dc:title>
  <dc:creator>Yash Gaikwad</dc:creator>
  <cp:lastModifiedBy>91830</cp:lastModifiedBy>
  <cp:revision>24</cp:revision>
  <dcterms:created xsi:type="dcterms:W3CDTF">2006-08-16T00:00:00Z</dcterms:created>
  <dcterms:modified xsi:type="dcterms:W3CDTF">2024-11-08T15:55:34Z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BFA650854BA2413AADB8543713740FC6_12</vt:lpwstr>
  </property>
  <property fmtid="{D5CDD505-2E9C-101B-9397-08002B2CF9AE}" pid="3" name="KSOProductBuildVer">
    <vt:lpwstr>1033-12.2.0.18607</vt:lpwstr>
  </property>
</Properties>
</file>