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78" r:id="rId10"/>
    <p:sldId id="272" r:id="rId11"/>
    <p:sldId id="260" r:id="rId12"/>
    <p:sldId id="265" r:id="rId13"/>
    <p:sldId id="266" r:id="rId14"/>
    <p:sldId id="267" r:id="rId15"/>
    <p:sldId id="279" r:id="rId16"/>
    <p:sldId id="280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123825"/>
            <a:ext cx="10942955" cy="1462405"/>
          </a:xfrm>
        </p:spPr>
        <p:txBody>
          <a:bodyPr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Name:-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Yash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Rajendra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Gaikwad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Analytics Trainee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5:- IMDB Movie Analysis.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Used:- Microsoft Excel.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745" y="1725930"/>
            <a:ext cx="10949305" cy="4761865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v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Analysis done on following Points:-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Wingdings" panose="05000000000000000000" charset="0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A) Movie Genre Analysis:-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distribution of movie geners and their impact on the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most common geners of moviesin database.Then, for each gener, calculate descriptive statistics of the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B)Movie Duration Analysis:-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distribution of movie durations and its impact on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Analyse the distribution of movie durations and identify the relationship between duration and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C) Language Analysis:-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distribution of movies based on their 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Task:-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Determine the most common language used in movies and analyze their impact on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D) Director Analysis:-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Influence of directors on movie rating.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thetop directors based on their Avg. IMDB score and analyze their contribution to the sucess of movie using percentile calculations.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E) Budget Analysis:-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relationship between movie budget and their financial sucess.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Analyze the corelation between movie budgets and gross earning and identify the movies with highest profit margin.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2580"/>
            <a:ext cx="10972800" cy="1114425"/>
          </a:xfrm>
        </p:spPr>
        <p:txBody>
          <a:bodyPr/>
          <a:p>
            <a:pPr marL="342900" indent="-342900">
              <a:buFont typeface="Wingdings" panose="05000000000000000000" charset="0"/>
              <a:buChar char="v"/>
            </a:pP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Cleaning:-</a:t>
            </a:r>
            <a:endParaRPr lang="en-US" sz="20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7640"/>
            <a:ext cx="10972800" cy="4690110"/>
          </a:xfrm>
        </p:spPr>
        <p:txBody>
          <a:bodyPr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clean the dataset we will be first dropping the columns which have no use for the analysis.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Columns like ‘Color’, ‘director_facebook_likes’, ‘actor_3_facebook_likes, ‘actor_2_name’, ‘actor_1_facebook_likes’, ‘cast_total_facebook_likes, ‘actor_3_name’, ‘facenumber_in_posts’, ‘plot_keywords’, ‘movie_imdb_link’, ‘content_rating’ ,’actor_2_facebook_likes’, ‘aspect_ratio’, ‘movie_facebook_likes’ are the columns containing irrelevant data for the analysis tasks provided. So, these columns needs to be dropped.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After dropping the irrelevant columns now we need to remove the rows from the dataset having anyone of its column value as blank/NULL.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need to get rid off the duplicate values in the dataset which can be achieved by using the ‘Remove Duplicate Values/Cells’ available in the ‘Data’ tab.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Now, all the data is cleaned and ready for analysis.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33830"/>
          </a:xfrm>
        </p:spPr>
        <p:txBody>
          <a:bodyPr/>
          <a:p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Movie Genre Analysis:-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Analyze the distribution of movie geners and their impact on the IMDB score.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Task:-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Determine the most common genres of moviesin database.Then, for each genre, calculate descriptive statistics of the IMDB score.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2935"/>
            <a:ext cx="10972800" cy="4234815"/>
          </a:xfrm>
        </p:spPr>
        <p:txBody>
          <a:bodyPr/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contain more then one genre. so, use COUNTIF function to count the number of movies of each genre.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, we use Pie Chart to show the movies of specific genre.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better clarification, we calculate the Median, Max, Min, Mode,Var and STDEV.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Lastly compare it with the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in the below Action, Comedy, Drama, Adventure and crime are the most popular genres.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Top 20 movies according to IMDB score are mostly from Action,Drama, Crime Genres.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5630" y="292735"/>
            <a:ext cx="4059555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16" descr="A1"/>
          <p:cNvPicPr>
            <a:picLocks noChangeAspect="1"/>
          </p:cNvPicPr>
          <p:nvPr>
            <p:ph idx="1"/>
          </p:nvPr>
        </p:nvPicPr>
        <p:blipFill>
          <a:blip r:embed="rId1"/>
          <a:srcRect l="36193" t="30115" r="8751" b="12487"/>
          <a:stretch>
            <a:fillRect/>
          </a:stretch>
        </p:blipFill>
        <p:spPr>
          <a:xfrm>
            <a:off x="1127760" y="762000"/>
            <a:ext cx="9655810" cy="5010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85875"/>
          </a:xfrm>
        </p:spPr>
        <p:txBody>
          <a:bodyPr/>
          <a:p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B)Movie Duration Analysis:-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Analyze the distribution of movie durations and its impact on IMDB score.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Task:-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Analyse the distribution of movie durations and identify the relationship between duration and IMDB score.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9855"/>
            <a:ext cx="10972800" cy="4747895"/>
          </a:xfrm>
        </p:spPr>
        <p:txBody>
          <a:bodyPr/>
          <a:p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take the duration column and the imdb_score Column in seprate sheet so we can understand it very clearly and our task should look clean.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Then, we use the Scatter plot visualize the relationship between the movie duration and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Also , we add the trendline to assess the direction and strength of the relationship.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Lastly, we calculate the descriotive statistics such as Average, Median and Standard Deviation.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Scatter Plot we see that, most of the movies duration is between  75 - 175 min.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highest IMDB score movies duration is between  140 - 250 min.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Also most of the old movies have more movie duration then the new movies.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2915" y="393700"/>
            <a:ext cx="3854450" cy="528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 descr="B1"/>
          <p:cNvPicPr>
            <a:picLocks noChangeAspect="1"/>
          </p:cNvPicPr>
          <p:nvPr>
            <p:ph idx="1"/>
          </p:nvPr>
        </p:nvPicPr>
        <p:blipFill>
          <a:blip r:embed="rId1"/>
          <a:srcRect l="19993" t="30448" r="8585" b="17431"/>
          <a:stretch>
            <a:fillRect/>
          </a:stretch>
        </p:blipFill>
        <p:spPr>
          <a:xfrm>
            <a:off x="1054735" y="1069340"/>
            <a:ext cx="10314940" cy="4674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95375"/>
          </a:xfrm>
        </p:spPr>
        <p:txBody>
          <a:bodyPr/>
          <a:p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Language Analysis:-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Examine the distribution of movies based on their language.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sz="20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Task:-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Determine the most common language used in movies and analyze their impact on IMDB score.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6060"/>
            <a:ext cx="10972800" cy="4631690"/>
          </a:xfrm>
        </p:spPr>
        <p:txBody>
          <a:bodyPr/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take the Movie Title, Language and IMDB score column on another sheet for better understanding.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Pivot Table option by placing the Language comumn in to the row and Count of Language into the values.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Pie Chart to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visualize the movie 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After that, we use this Pivot Table and the IMDB score data to calculate the Mean, Median and the Standard Deviation for the all 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sz="1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are in English 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French and Spanish are the 2nd and 3rd languages used in movies.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All Top 20 IMDB score movies are English language movies.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1"/>
          <p:cNvPicPr>
            <a:picLocks noChangeAspect="1"/>
          </p:cNvPicPr>
          <p:nvPr>
            <p:ph idx="1"/>
          </p:nvPr>
        </p:nvPicPr>
        <p:blipFill>
          <a:blip r:embed="rId1"/>
          <a:srcRect l="19722" t="27306" r="42514" b="16038"/>
          <a:stretch>
            <a:fillRect/>
          </a:stretch>
        </p:blipFill>
        <p:spPr>
          <a:xfrm>
            <a:off x="2272030" y="746760"/>
            <a:ext cx="7648575" cy="53479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65760" y="2286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Pivot Table and Mean, Median, STDEV Tables:-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C3"/>
          <p:cNvPicPr>
            <a:picLocks noChangeAspect="1"/>
          </p:cNvPicPr>
          <p:nvPr>
            <p:ph idx="1"/>
          </p:nvPr>
        </p:nvPicPr>
        <p:blipFill>
          <a:blip r:embed="rId1"/>
          <a:srcRect l="42348" t="30718" r="11908" b="14256"/>
          <a:stretch>
            <a:fillRect/>
          </a:stretch>
        </p:blipFill>
        <p:spPr>
          <a:xfrm>
            <a:off x="1553210" y="746125"/>
            <a:ext cx="9128125" cy="53657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0865" y="377825"/>
            <a:ext cx="3385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16685"/>
          </a:xfrm>
        </p:spPr>
        <p:txBody>
          <a:bodyPr/>
          <a:p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Director Analysis:-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Influence of directors on movie rating.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Identify thetop directors based on their Avg. IMDB score and analyze their contribution to the sucess of movie using percentile calculations.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01800"/>
            <a:ext cx="10972800" cy="4425950"/>
          </a:xfrm>
        </p:spPr>
        <p:txBody>
          <a:bodyPr/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simple, first take the Director name and IMDB score column and use the Pivot Table option.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put the Director name in Row, IMDB score in filler and again IMDB score in values we use the Avg. of IMDB score option.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directly get the table. but we only use Top 10 Director for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visualization.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Frank Darabont have highest IMDB score followed by Francis Ford Coppola, Quentin tarantino, Christopher Nolan, Peter Jackson and David Fincher.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Frank Darabont have directed the highest IMDB scored movie i.e. The Shawshank Redemption.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Francis Ford Coppola’s The Godfather movie series have 9 and 9.2 IMDB score.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0865" y="336550"/>
            <a:ext cx="323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D1"/>
          <p:cNvPicPr>
            <a:picLocks noChangeAspect="1"/>
          </p:cNvPicPr>
          <p:nvPr>
            <p:ph idx="1"/>
          </p:nvPr>
        </p:nvPicPr>
        <p:blipFill>
          <a:blip r:embed="rId1"/>
          <a:srcRect l="2256" t="28346" r="24551" b="19282"/>
          <a:stretch>
            <a:fillRect/>
          </a:stretch>
        </p:blipFill>
        <p:spPr>
          <a:xfrm>
            <a:off x="570865" y="704850"/>
            <a:ext cx="11078210" cy="527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85875"/>
          </a:xfrm>
        </p:spPr>
        <p:txBody>
          <a:bodyPr/>
          <a:p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Budget Analysis:-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Explore the relationship between movie budget and their financial sucess.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sz="20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Analyze the corelation between movie budgets and gross earning and identify the movies with highest profit margin.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87195"/>
            <a:ext cx="10972800" cy="4440555"/>
          </a:xfrm>
        </p:spPr>
        <p:txBody>
          <a:bodyPr/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select the Budget and Gross earning column on another sheet to make it more simple.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minus the Budget from the Gross earning to get the Profit for each movie.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After that, we use this Budget column and Profit column for visulization.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It will be more suitable to use the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Scatter plot for this task.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Also we calculate the Maximum amd Minimum Profit by using he Max and Min function.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sz="1800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Avatar is the most Profitable movie of all time followed by Jurasic World and Titanic.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Paranormal Activity is the most Profitable low budget movie of all time.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Host is the least profitable movie.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17550" y="336550"/>
            <a:ext cx="4557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E1"/>
          <p:cNvPicPr>
            <a:picLocks noChangeAspect="1"/>
          </p:cNvPicPr>
          <p:nvPr>
            <p:ph idx="1"/>
          </p:nvPr>
        </p:nvPicPr>
        <p:blipFill>
          <a:blip r:embed="rId1"/>
          <a:srcRect l="36767" t="31013" r="16270" b="13910"/>
          <a:stretch>
            <a:fillRect/>
          </a:stretch>
        </p:blipFill>
        <p:spPr>
          <a:xfrm>
            <a:off x="2139315" y="705485"/>
            <a:ext cx="8352155" cy="4994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18235"/>
          </a:xfrm>
        </p:spPr>
        <p:txBody>
          <a:bodyPr/>
          <a:p>
            <a:pPr marL="342900" indent="-342900"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Insight 1 :-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20 IMDB Scored Movies.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 The Shawshank Redemption movie have highest IMDB score.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2) The Lord of the Rings and Godfather is the highest IMDB Score Movie Series.  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F1"/>
          <p:cNvPicPr>
            <a:picLocks noChangeAspect="1"/>
          </p:cNvPicPr>
          <p:nvPr>
            <p:ph sz="half" idx="1"/>
          </p:nvPr>
        </p:nvPicPr>
        <p:blipFill>
          <a:blip r:embed="rId1"/>
          <a:srcRect l="1925" t="27876" r="63476" b="15436"/>
          <a:stretch>
            <a:fillRect/>
          </a:stretch>
        </p:blipFill>
        <p:spPr>
          <a:xfrm>
            <a:off x="3154680" y="1171575"/>
            <a:ext cx="5384800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04900"/>
          </a:xfrm>
        </p:spPr>
        <p:txBody>
          <a:bodyPr/>
          <a:p>
            <a:pPr marL="285750" indent="-285750"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Insight 2 :-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IMDB Score VS Movie Release Year</a:t>
            </a:r>
            <a:br>
              <a:rPr lang="en-US" sz="18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:-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Most of the Old movies have high IMDB rating. 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2) IMDB rating is declining as years passes.</a:t>
            </a:r>
            <a:br>
              <a:rPr lang="en-US" sz="1800">
                <a:solidFill>
                  <a:srgbClr val="FD5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>
              <a:solidFill>
                <a:srgbClr val="FD5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F2"/>
          <p:cNvPicPr>
            <a:picLocks noChangeAspect="1"/>
          </p:cNvPicPr>
          <p:nvPr>
            <p:ph idx="1"/>
          </p:nvPr>
        </p:nvPicPr>
        <p:blipFill>
          <a:blip r:embed="rId1"/>
          <a:srcRect l="24054" t="33565" r="22389" b="13372"/>
          <a:stretch>
            <a:fillRect/>
          </a:stretch>
        </p:blipFill>
        <p:spPr>
          <a:xfrm>
            <a:off x="1729105" y="1171575"/>
            <a:ext cx="8733155" cy="49390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03550"/>
            <a:ext cx="10972800" cy="582613"/>
          </a:xfrm>
        </p:spPr>
        <p:txBody>
          <a:bodyPr/>
          <a:p>
            <a:pPr algn="ctr"/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6645</Words>
  <Application>WPS Presentation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</vt:lpstr>
      <vt:lpstr>Segoe Script</vt:lpstr>
      <vt:lpstr>Orange Waves</vt:lpstr>
      <vt:lpstr>Name:- Yash Rajendra Gaikwad Data Analytics Trainee Project 5:- IMDB Movie Analysis. Software Used:- Microsoft Excel.</vt:lpstr>
      <vt:lpstr>Data Cleaning:-</vt:lpstr>
      <vt:lpstr>A) Movie Genre Analysis:- Analyze the distribution of movie geners and their impact on the IMDB score.     Task:- Determine the most common genres of moviesin database.Then, for each genre, calculate descriptive statistics of the IMDB score.</vt:lpstr>
      <vt:lpstr>PowerPoint 演示文稿</vt:lpstr>
      <vt:lpstr>B)Movie Duration Analysis:- Analyze the distribution of movie durations and its impact on IMDB score.     Task:- Analyse the distribution of movie durations and identify the relationship between duration and IMDB score.</vt:lpstr>
      <vt:lpstr>PowerPoint 演示文稿</vt:lpstr>
      <vt:lpstr>C) Language Analysis:- Examine the distribution of movies based on their language.     Task:- Determine the most common language used in movies and analyze their impact on IMDB score.</vt:lpstr>
      <vt:lpstr>PowerPoint 演示文稿</vt:lpstr>
      <vt:lpstr>PowerPoint 演示文稿</vt:lpstr>
      <vt:lpstr>D) Director Analysis:- Influence of directors on movie rating.      Task:- Identify thetop directors based on their Avg. IMDB score and analyze their contribution to the sucess of movie using percentile calculations.</vt:lpstr>
      <vt:lpstr>PowerPoint 演示文稿</vt:lpstr>
      <vt:lpstr>E) Budget Analysis:- Explore the relationship between movie budget and their financial sucess.     Task:- Analyze the corelation between movie budgets and gross earning and identify the movies with highest profit margin.</vt:lpstr>
      <vt:lpstr>PowerPoint 演示文稿</vt:lpstr>
      <vt:lpstr>PowerPoint 演示文稿</vt:lpstr>
      <vt:lpstr>PowerPoint 演示文稿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Name:- Yash Rajendra Gaikwad Data Analytics Trainee Project 4:- Hiring Process Analytics. Software Used:- Microsoft Excel.</dc:title>
  <dc:creator>Yash Gaikwad</dc:creator>
  <cp:lastModifiedBy>91830</cp:lastModifiedBy>
  <cp:revision>32</cp:revision>
  <dcterms:created xsi:type="dcterms:W3CDTF">2024-12-12T10:46:00Z</dcterms:created>
  <dcterms:modified xsi:type="dcterms:W3CDTF">2024-12-13T11:50:45Z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4E47D68D192C40EB9E013C417FF1195C_12</vt:lpwstr>
  </property>
  <property fmtid="{D5CDD505-2E9C-101B-9397-08002B2CF9AE}" pid="3" name="KSOProductBuildVer">
    <vt:lpwstr>1033-12.2.0.18607</vt:lpwstr>
  </property>
</Properties>
</file>